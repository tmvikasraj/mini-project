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FB6750-7F42-4599-A483-BE050907838A}"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439285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CFB6750-7F42-4599-A483-BE050907838A}"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4192407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FB6750-7F42-4599-A483-BE050907838A}"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1405389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FB6750-7F42-4599-A483-BE050907838A}"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2298109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FB6750-7F42-4599-A483-BE050907838A}" type="datetimeFigureOut">
              <a:rPr lang="en-IN" smtClean="0"/>
              <a:t>25-06-2026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923043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CFB6750-7F42-4599-A483-BE050907838A}" type="datetimeFigureOut">
              <a:rPr lang="en-IN" smtClean="0"/>
              <a:t>25-06-2026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1676701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CFB6750-7F42-4599-A483-BE050907838A}" type="datetimeFigureOut">
              <a:rPr lang="en-IN" smtClean="0"/>
              <a:t>25-06-2026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3041561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CFB6750-7F42-4599-A483-BE050907838A}" type="datetimeFigureOut">
              <a:rPr lang="en-IN" smtClean="0"/>
              <a:t>25-06-2026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4209452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FB6750-7F42-4599-A483-BE050907838A}"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3619399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FB6750-7F42-4599-A483-BE050907838A}" type="datetimeFigureOut">
              <a:rPr lang="en-IN" smtClean="0"/>
              <a:t>25-06-2026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1223009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CFB6750-7F42-4599-A483-BE050907838A}"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4132163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CFB6750-7F42-4599-A483-BE050907838A}"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EFF7A5-BFE0-4ECB-97CC-DD9A5201C89C}"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947721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FB6750-7F42-4599-A483-BE050907838A}"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3778662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CFB6750-7F42-4599-A483-BE050907838A}" type="datetimeFigureOut">
              <a:rPr lang="en-IN" smtClean="0"/>
              <a:t>25-06-2026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4512414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CFB6750-7F42-4599-A483-BE050907838A}" type="datetimeFigureOut">
              <a:rPr lang="en-IN" smtClean="0"/>
              <a:t>25-06-2026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42792586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FB6750-7F42-4599-A483-BE050907838A}"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33470346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FB6750-7F42-4599-A483-BE050907838A}" type="datetimeFigureOut">
              <a:rPr lang="en-IN" smtClean="0"/>
              <a:t>25-06-2026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1EFF7A5-BFE0-4ECB-97CC-DD9A5201C89C}" type="slidenum">
              <a:rPr lang="en-IN" smtClean="0"/>
              <a:t>‹#›</a:t>
            </a:fld>
            <a:endParaRPr lang="en-IN"/>
          </a:p>
        </p:txBody>
      </p:sp>
    </p:spTree>
    <p:extLst>
      <p:ext uri="{BB962C8B-B14F-4D97-AF65-F5344CB8AC3E}">
        <p14:creationId xmlns:p14="http://schemas.microsoft.com/office/powerpoint/2010/main" val="106086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CFB6750-7F42-4599-A483-BE050907838A}" type="datetimeFigureOut">
              <a:rPr lang="en-IN" smtClean="0"/>
              <a:t>25-06-2026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1EFF7A5-BFE0-4ECB-97CC-DD9A5201C89C}" type="slidenum">
              <a:rPr lang="en-IN" smtClean="0"/>
              <a:t>‹#›</a:t>
            </a:fld>
            <a:endParaRPr lang="en-IN"/>
          </a:p>
        </p:txBody>
      </p:sp>
    </p:spTree>
    <p:extLst>
      <p:ext uri="{BB962C8B-B14F-4D97-AF65-F5344CB8AC3E}">
        <p14:creationId xmlns:p14="http://schemas.microsoft.com/office/powerpoint/2010/main" val="3348135015"/>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B919D7-06F7-E1A3-E6AE-6E8B6172B0C4}"/>
              </a:ext>
            </a:extLst>
          </p:cNvPr>
          <p:cNvSpPr>
            <a:spLocks noGrp="1"/>
          </p:cNvSpPr>
          <p:nvPr>
            <p:ph type="title"/>
          </p:nvPr>
        </p:nvSpPr>
        <p:spPr>
          <a:xfrm>
            <a:off x="786580" y="953728"/>
            <a:ext cx="10235381" cy="5063613"/>
          </a:xfrm>
        </p:spPr>
        <p:txBody>
          <a:bodyPr/>
          <a:lstStyle/>
          <a:p>
            <a:br>
              <a:rPr lang="en-US" sz="2800" b="1" dirty="0"/>
            </a:br>
            <a:br>
              <a:rPr lang="en-US" sz="2800" b="1" dirty="0"/>
            </a:br>
            <a:br>
              <a:rPr lang="en-IN" sz="2800" dirty="0"/>
            </a:br>
            <a:br>
              <a:rPr lang="en-IN" sz="2800" b="1" dirty="0"/>
            </a:br>
            <a:endParaRPr lang="en-IN" sz="2800" b="1" dirty="0"/>
          </a:p>
        </p:txBody>
      </p:sp>
      <p:pic>
        <p:nvPicPr>
          <p:cNvPr id="7" name="Picture 6">
            <a:extLst>
              <a:ext uri="{FF2B5EF4-FFF2-40B4-BE49-F238E27FC236}">
                <a16:creationId xmlns:a16="http://schemas.microsoft.com/office/drawing/2014/main" id="{2F104886-F515-0DFF-FE00-BE6CF1C47873}"/>
              </a:ext>
            </a:extLst>
          </p:cNvPr>
          <p:cNvPicPr>
            <a:picLocks noChangeAspect="1"/>
          </p:cNvPicPr>
          <p:nvPr/>
        </p:nvPicPr>
        <p:blipFill>
          <a:blip r:embed="rId2"/>
          <a:stretch>
            <a:fillRect/>
          </a:stretch>
        </p:blipFill>
        <p:spPr>
          <a:xfrm>
            <a:off x="952500" y="501445"/>
            <a:ext cx="10287000" cy="5958350"/>
          </a:xfrm>
          <a:prstGeom prst="rect">
            <a:avLst/>
          </a:prstGeom>
        </p:spPr>
      </p:pic>
    </p:spTree>
    <p:extLst>
      <p:ext uri="{BB962C8B-B14F-4D97-AF65-F5344CB8AC3E}">
        <p14:creationId xmlns:p14="http://schemas.microsoft.com/office/powerpoint/2010/main" val="1946729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1A3346F-69FB-2387-8F82-3F4701C162C2}"/>
              </a:ext>
            </a:extLst>
          </p:cNvPr>
          <p:cNvSpPr>
            <a:spLocks noGrp="1"/>
          </p:cNvSpPr>
          <p:nvPr>
            <p:ph type="title"/>
          </p:nvPr>
        </p:nvSpPr>
        <p:spPr>
          <a:xfrm>
            <a:off x="646113" y="452438"/>
            <a:ext cx="9097328" cy="6184900"/>
          </a:xfrm>
        </p:spPr>
        <p:txBody>
          <a:bodyPr/>
          <a:lstStyle/>
          <a:p>
            <a:r>
              <a:rPr lang="en-IN" sz="2800" b="1" dirty="0"/>
              <a:t>Problem Statement</a:t>
            </a:r>
            <a:br>
              <a:rPr lang="en-IN" sz="2800" b="1" dirty="0"/>
            </a:br>
            <a:br>
              <a:rPr lang="en-IN" sz="2400" b="1" dirty="0"/>
            </a:br>
            <a:r>
              <a:rPr lang="en-IN" sz="2400" dirty="0"/>
              <a:t>Traditional cricket player auctions are often managed manually, making the process time-consuming, difficult to track, and prone to errors. Maintaining player records, team selections, bid amounts, and auction results manually can lead to data inconsistency and reduced efficiency.</a:t>
            </a:r>
            <a:br>
              <a:rPr lang="en-IN" sz="2400" dirty="0"/>
            </a:br>
            <a:br>
              <a:rPr lang="en-IN" sz="2400" dirty="0"/>
            </a:br>
            <a:r>
              <a:rPr lang="en-IN" sz="2400" dirty="0"/>
              <a:t>To overcome these challenges, an Online Auction/Bidding System is developed that automates the player auction process by providing a user-friendly graphical interface for managing teams, players, bids, and auction results.</a:t>
            </a:r>
            <a:br>
              <a:rPr lang="en-IN" sz="2400" dirty="0"/>
            </a:br>
            <a:endParaRPr lang="en-IN" sz="2400" dirty="0"/>
          </a:p>
        </p:txBody>
      </p:sp>
    </p:spTree>
    <p:extLst>
      <p:ext uri="{BB962C8B-B14F-4D97-AF65-F5344CB8AC3E}">
        <p14:creationId xmlns:p14="http://schemas.microsoft.com/office/powerpoint/2010/main" val="2780011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F2832-5D9C-A5A6-5169-EB3486FDDC5E}"/>
              </a:ext>
            </a:extLst>
          </p:cNvPr>
          <p:cNvSpPr>
            <a:spLocks noGrp="1"/>
          </p:cNvSpPr>
          <p:nvPr>
            <p:ph type="title"/>
          </p:nvPr>
        </p:nvSpPr>
        <p:spPr>
          <a:xfrm>
            <a:off x="355601" y="152400"/>
            <a:ext cx="10982960" cy="6705600"/>
          </a:xfrm>
        </p:spPr>
        <p:txBody>
          <a:bodyPr/>
          <a:lstStyle/>
          <a:p>
            <a:r>
              <a:rPr lang="en-IN" sz="2000" b="1" dirty="0"/>
              <a:t>                                               Methodology / Approach</a:t>
            </a:r>
            <a:br>
              <a:rPr lang="en-IN" sz="1800" b="1" dirty="0"/>
            </a:br>
            <a:r>
              <a:rPr lang="en-IN" sz="1400" dirty="0"/>
              <a:t>The Online Auction/Bidding System is developed using  java swing</a:t>
            </a:r>
            <a:br>
              <a:rPr lang="en-IN" sz="1400" dirty="0"/>
            </a:br>
            <a:r>
              <a:rPr lang="en-IN" sz="1400" b="1" dirty="0"/>
              <a:t>Step 1: User Authentication</a:t>
            </a:r>
            <a:br>
              <a:rPr lang="en-IN" sz="1400" b="1" dirty="0"/>
            </a:br>
            <a:r>
              <a:rPr lang="en-IN" sz="1400" dirty="0"/>
              <a:t>User enters Username and Password. </a:t>
            </a:r>
            <a:br>
              <a:rPr lang="en-IN" sz="1400" dirty="0"/>
            </a:br>
            <a:r>
              <a:rPr lang="en-IN" sz="1400" dirty="0"/>
              <a:t>System validates login credentials. </a:t>
            </a:r>
            <a:br>
              <a:rPr lang="en-IN" sz="1400" dirty="0"/>
            </a:br>
            <a:r>
              <a:rPr lang="en-IN" sz="1400" dirty="0"/>
              <a:t>Authorized users are redirected to the Dashboard. </a:t>
            </a:r>
            <a:br>
              <a:rPr lang="en-IN" sz="1400" dirty="0"/>
            </a:br>
            <a:r>
              <a:rPr lang="en-IN" sz="1400" b="1" dirty="0"/>
              <a:t>Step 2: Dashboard Navigation</a:t>
            </a:r>
            <a:br>
              <a:rPr lang="en-IN" sz="1400" b="1" dirty="0"/>
            </a:br>
            <a:r>
              <a:rPr lang="en-IN" sz="1400" dirty="0"/>
              <a:t>The dashboard contains:</a:t>
            </a:r>
            <a:br>
              <a:rPr lang="en-IN" sz="1400" dirty="0"/>
            </a:br>
            <a:r>
              <a:rPr lang="en-IN" sz="1400" dirty="0"/>
              <a:t>Teams Module </a:t>
            </a:r>
            <a:br>
              <a:rPr lang="en-IN" sz="1400" dirty="0"/>
            </a:br>
            <a:r>
              <a:rPr lang="en-IN" sz="1400" dirty="0"/>
              <a:t>Players Module </a:t>
            </a:r>
            <a:br>
              <a:rPr lang="en-IN" sz="1400" dirty="0"/>
            </a:br>
            <a:r>
              <a:rPr lang="en-IN" sz="1400" dirty="0"/>
              <a:t>Auction Module </a:t>
            </a:r>
            <a:br>
              <a:rPr lang="en-IN" sz="1400" dirty="0"/>
            </a:br>
            <a:r>
              <a:rPr lang="en-IN" sz="1400" dirty="0"/>
              <a:t>Results Module </a:t>
            </a:r>
            <a:br>
              <a:rPr lang="en-IN" sz="1400" dirty="0"/>
            </a:br>
            <a:r>
              <a:rPr lang="en-IN" sz="1400" b="1" dirty="0"/>
              <a:t>Step 3: Team Management</a:t>
            </a:r>
            <a:br>
              <a:rPr lang="en-IN" sz="1400" b="1" dirty="0"/>
            </a:br>
            <a:r>
              <a:rPr lang="en-IN" sz="1400" dirty="0"/>
              <a:t>Displays 10 IPL teams. </a:t>
            </a:r>
            <a:br>
              <a:rPr lang="en-IN" sz="1400" dirty="0"/>
            </a:br>
            <a:r>
              <a:rPr lang="en-IN" sz="1400" dirty="0"/>
              <a:t>User can select a team for bidding. </a:t>
            </a:r>
            <a:br>
              <a:rPr lang="en-IN" sz="1400" dirty="0"/>
            </a:br>
            <a:r>
              <a:rPr lang="en-IN" sz="1400" b="1" dirty="0"/>
              <a:t>Step 4: Player Management</a:t>
            </a:r>
            <a:br>
              <a:rPr lang="en-IN" sz="1400" b="1" dirty="0"/>
            </a:br>
            <a:r>
              <a:rPr lang="en-IN" sz="1400" dirty="0"/>
              <a:t>Displays a scrollable list of players. </a:t>
            </a:r>
            <a:br>
              <a:rPr lang="en-IN" sz="1400" dirty="0"/>
            </a:br>
            <a:r>
              <a:rPr lang="en-IN" sz="1400" dirty="0"/>
              <a:t>Players can be selected for auction. </a:t>
            </a:r>
            <a:br>
              <a:rPr lang="en-IN" sz="1400" dirty="0"/>
            </a:br>
            <a:r>
              <a:rPr lang="en-IN" sz="1400" b="1" dirty="0"/>
              <a:t>Step 5: Auction Process</a:t>
            </a:r>
            <a:br>
              <a:rPr lang="en-IN" sz="1400" b="1" dirty="0"/>
            </a:br>
            <a:r>
              <a:rPr lang="en-IN" sz="1400" dirty="0"/>
              <a:t>User selects a player. </a:t>
            </a:r>
            <a:br>
              <a:rPr lang="en-IN" sz="1400" dirty="0"/>
            </a:br>
            <a:r>
              <a:rPr lang="en-IN" sz="1400" dirty="0"/>
              <a:t>User selects a team. </a:t>
            </a:r>
            <a:br>
              <a:rPr lang="en-IN" sz="1400" dirty="0"/>
            </a:br>
            <a:r>
              <a:rPr lang="en-IN" sz="1400" dirty="0"/>
              <a:t>Bid amount is entered. </a:t>
            </a:r>
            <a:br>
              <a:rPr lang="en-IN" sz="1400" dirty="0"/>
            </a:br>
            <a:r>
              <a:rPr lang="en-IN" sz="1400" dirty="0"/>
              <a:t>A 10-second timer controls the bidding process. </a:t>
            </a:r>
            <a:br>
              <a:rPr lang="en-IN" sz="1400" dirty="0"/>
            </a:br>
            <a:r>
              <a:rPr lang="en-IN" sz="1400" dirty="0"/>
              <a:t>Multiple bids can be placed before the timer expires. </a:t>
            </a:r>
            <a:br>
              <a:rPr lang="en-IN" sz="1400" dirty="0"/>
            </a:br>
            <a:r>
              <a:rPr lang="en-IN" sz="1400" dirty="0"/>
              <a:t>The highest bidder wins the player. </a:t>
            </a:r>
            <a:br>
              <a:rPr lang="en-IN" sz="1400" dirty="0"/>
            </a:br>
            <a:r>
              <a:rPr lang="en-IN" sz="1400" b="1" dirty="0"/>
              <a:t>Step 6: Result Generation</a:t>
            </a:r>
            <a:br>
              <a:rPr lang="en-IN" sz="1400" b="1" dirty="0"/>
            </a:br>
            <a:r>
              <a:rPr lang="en-IN" sz="1400" dirty="0"/>
              <a:t>Winning team and bid amount are stored. </a:t>
            </a:r>
            <a:br>
              <a:rPr lang="en-IN" sz="1400" dirty="0"/>
            </a:br>
            <a:r>
              <a:rPr lang="en-IN" sz="1400" dirty="0"/>
              <a:t>Auction history is maintained. </a:t>
            </a:r>
            <a:br>
              <a:rPr lang="en-IN" sz="1400" dirty="0"/>
            </a:br>
            <a:r>
              <a:rPr lang="en-IN" sz="1400" dirty="0"/>
              <a:t>Results can be viewed anytime.</a:t>
            </a:r>
            <a:br>
              <a:rPr lang="en-IN" sz="1400" dirty="0"/>
            </a:br>
            <a:endParaRPr lang="en-IN" sz="1400" dirty="0"/>
          </a:p>
        </p:txBody>
      </p:sp>
      <p:pic>
        <p:nvPicPr>
          <p:cNvPr id="6" name="Picture 5">
            <a:extLst>
              <a:ext uri="{FF2B5EF4-FFF2-40B4-BE49-F238E27FC236}">
                <a16:creationId xmlns:a16="http://schemas.microsoft.com/office/drawing/2014/main" id="{9E83AFD4-5D59-740D-B9A9-6141CD4F59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7575" y="1584942"/>
            <a:ext cx="2030561" cy="1683228"/>
          </a:xfrm>
          <a:prstGeom prst="rect">
            <a:avLst/>
          </a:prstGeom>
        </p:spPr>
      </p:pic>
      <p:pic>
        <p:nvPicPr>
          <p:cNvPr id="10" name="Picture 9">
            <a:extLst>
              <a:ext uri="{FF2B5EF4-FFF2-40B4-BE49-F238E27FC236}">
                <a16:creationId xmlns:a16="http://schemas.microsoft.com/office/drawing/2014/main" id="{1EBC3AEC-0001-34A6-0917-F4D7AAFDA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566" y="1584941"/>
            <a:ext cx="4080425" cy="1683229"/>
          </a:xfrm>
          <a:prstGeom prst="rect">
            <a:avLst/>
          </a:prstGeom>
        </p:spPr>
      </p:pic>
      <p:pic>
        <p:nvPicPr>
          <p:cNvPr id="14" name="Picture 13">
            <a:extLst>
              <a:ext uri="{FF2B5EF4-FFF2-40B4-BE49-F238E27FC236}">
                <a16:creationId xmlns:a16="http://schemas.microsoft.com/office/drawing/2014/main" id="{15F75C95-22E6-3DE5-C894-D71BC6CA0C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8953" y="3965085"/>
            <a:ext cx="2016005" cy="2196000"/>
          </a:xfrm>
          <a:prstGeom prst="rect">
            <a:avLst/>
          </a:prstGeom>
        </p:spPr>
      </p:pic>
      <p:pic>
        <p:nvPicPr>
          <p:cNvPr id="17" name="Picture 16">
            <a:extLst>
              <a:ext uri="{FF2B5EF4-FFF2-40B4-BE49-F238E27FC236}">
                <a16:creationId xmlns:a16="http://schemas.microsoft.com/office/drawing/2014/main" id="{B847AB2D-934D-73DB-CFCE-78EAE22B20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64801" y="3821085"/>
            <a:ext cx="1931138" cy="2484000"/>
          </a:xfrm>
          <a:prstGeom prst="rect">
            <a:avLst/>
          </a:prstGeom>
        </p:spPr>
      </p:pic>
      <p:pic>
        <p:nvPicPr>
          <p:cNvPr id="19" name="Picture 18">
            <a:extLst>
              <a:ext uri="{FF2B5EF4-FFF2-40B4-BE49-F238E27FC236}">
                <a16:creationId xmlns:a16="http://schemas.microsoft.com/office/drawing/2014/main" id="{BCEE951B-3C9D-3B03-2C2F-F7646DF35C5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95782" y="3821085"/>
            <a:ext cx="2423039" cy="2484000"/>
          </a:xfrm>
          <a:prstGeom prst="rect">
            <a:avLst/>
          </a:prstGeom>
        </p:spPr>
      </p:pic>
    </p:spTree>
    <p:extLst>
      <p:ext uri="{BB962C8B-B14F-4D97-AF65-F5344CB8AC3E}">
        <p14:creationId xmlns:p14="http://schemas.microsoft.com/office/powerpoint/2010/main" val="1462514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64D91-E555-64E5-830E-BD37E89186AC}"/>
              </a:ext>
            </a:extLst>
          </p:cNvPr>
          <p:cNvSpPr>
            <a:spLocks noGrp="1"/>
          </p:cNvSpPr>
          <p:nvPr>
            <p:ph type="title"/>
          </p:nvPr>
        </p:nvSpPr>
        <p:spPr/>
        <p:txBody>
          <a:bodyPr/>
          <a:lstStyle/>
          <a:p>
            <a:r>
              <a:rPr lang="en-IN" sz="2800" b="1" dirty="0"/>
              <a:t>                               Results / Outcomes</a:t>
            </a:r>
            <a:br>
              <a:rPr lang="en-IN" sz="2800" b="1" dirty="0"/>
            </a:br>
            <a:br>
              <a:rPr lang="en-IN" sz="2800" b="1" dirty="0"/>
            </a:br>
            <a:r>
              <a:rPr lang="en-IN" sz="2400" dirty="0"/>
              <a:t>The </a:t>
            </a:r>
            <a:r>
              <a:rPr lang="en-IN" sz="2400" b="1" dirty="0"/>
              <a:t>Online Auction/Bidding System</a:t>
            </a:r>
            <a:r>
              <a:rPr lang="en-IN" sz="2400" dirty="0"/>
              <a:t> was successfully developed using </a:t>
            </a:r>
            <a:r>
              <a:rPr lang="en-IN" sz="2400" b="1" dirty="0"/>
              <a:t> java swing</a:t>
            </a:r>
            <a:r>
              <a:rPr lang="en-IN" sz="2400" dirty="0"/>
              <a:t> and provides a user-friendly interface for managing cricket player auctions.</a:t>
            </a:r>
            <a:br>
              <a:rPr lang="en-IN" sz="2400" dirty="0"/>
            </a:br>
            <a:r>
              <a:rPr lang="en-IN" sz="2400" b="1" dirty="0"/>
              <a:t>Achieved Results</a:t>
            </a:r>
            <a:br>
              <a:rPr lang="en-IN" sz="2400" b="1" dirty="0"/>
            </a:br>
            <a:r>
              <a:rPr lang="en-IN" sz="2400" dirty="0"/>
              <a:t>✅ Secure Login Authentication System</a:t>
            </a:r>
            <a:br>
              <a:rPr lang="en-IN" sz="2400" dirty="0"/>
            </a:br>
            <a:r>
              <a:rPr lang="en-IN" sz="2400" dirty="0"/>
              <a:t>✅ Interactive Dashboard with Navigation Menu</a:t>
            </a:r>
            <a:br>
              <a:rPr lang="en-IN" sz="2400" dirty="0"/>
            </a:br>
            <a:r>
              <a:rPr lang="en-IN" sz="2400" dirty="0"/>
              <a:t>✅ IPL Team Management Module</a:t>
            </a:r>
            <a:br>
              <a:rPr lang="en-IN" sz="2400" dirty="0"/>
            </a:br>
            <a:r>
              <a:rPr lang="en-IN" sz="2400" dirty="0"/>
              <a:t>✅ Player Management Module with Scrollable Interface</a:t>
            </a:r>
            <a:br>
              <a:rPr lang="en-IN" sz="2400" dirty="0"/>
            </a:br>
            <a:r>
              <a:rPr lang="en-IN" sz="2400" dirty="0"/>
              <a:t>✅ Real-Time Auction Module</a:t>
            </a:r>
            <a:br>
              <a:rPr lang="en-IN" sz="2400" dirty="0"/>
            </a:br>
            <a:r>
              <a:rPr lang="en-IN" sz="2400" dirty="0"/>
              <a:t>✅ 10-Second Auction Timer Functionality</a:t>
            </a:r>
            <a:br>
              <a:rPr lang="en-IN" sz="2400" dirty="0"/>
            </a:br>
            <a:r>
              <a:rPr lang="en-IN" sz="2400" dirty="0"/>
              <a:t>✅ Bid Placement and Tracking</a:t>
            </a:r>
            <a:br>
              <a:rPr lang="en-IN" sz="2400" dirty="0"/>
            </a:br>
            <a:r>
              <a:rPr lang="en-IN" sz="2400" dirty="0"/>
              <a:t>✅ Automatic Storage of Auction Results</a:t>
            </a:r>
            <a:br>
              <a:rPr lang="en-IN" sz="2400" dirty="0"/>
            </a:br>
            <a:r>
              <a:rPr lang="en-IN" sz="2400" dirty="0"/>
              <a:t>✅ User-Friendly Graphical User Interface (GUI)</a:t>
            </a:r>
            <a:br>
              <a:rPr lang="en-IN" sz="2400" dirty="0"/>
            </a:br>
            <a:r>
              <a:rPr lang="en-IN" sz="2400" dirty="0"/>
              <a:t>  </a:t>
            </a:r>
          </a:p>
        </p:txBody>
      </p:sp>
    </p:spTree>
    <p:extLst>
      <p:ext uri="{BB962C8B-B14F-4D97-AF65-F5344CB8AC3E}">
        <p14:creationId xmlns:p14="http://schemas.microsoft.com/office/powerpoint/2010/main" val="582511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26D55-4575-C45B-90BA-61D699668D39}"/>
              </a:ext>
            </a:extLst>
          </p:cNvPr>
          <p:cNvSpPr>
            <a:spLocks noGrp="1"/>
          </p:cNvSpPr>
          <p:nvPr>
            <p:ph type="title"/>
          </p:nvPr>
        </p:nvSpPr>
        <p:spPr>
          <a:xfrm>
            <a:off x="646111" y="452718"/>
            <a:ext cx="9404723" cy="5744882"/>
          </a:xfrm>
        </p:spPr>
        <p:txBody>
          <a:bodyPr/>
          <a:lstStyle/>
          <a:p>
            <a:r>
              <a:rPr lang="en-IN" sz="2800" b="1" dirty="0"/>
              <a:t>                                   </a:t>
            </a:r>
            <a:r>
              <a:rPr lang="en-IN" sz="4000" b="1" dirty="0"/>
              <a:t>conclusion</a:t>
            </a:r>
            <a:br>
              <a:rPr lang="en-IN" sz="2800" dirty="0"/>
            </a:br>
            <a:br>
              <a:rPr lang="en-IN" sz="2800" dirty="0"/>
            </a:br>
            <a:br>
              <a:rPr lang="en-IN" sz="2800" dirty="0"/>
            </a:br>
            <a:r>
              <a:rPr lang="en-IN" sz="2800" dirty="0"/>
              <a:t>The Online Auction/Bidding System developed using  java swing successfully automates the cricket player auction process. It provides secure login, team and player management, bidding functionality, and result tracking through an easy-to-use graphical interface. The system improves efficiency, accuracy, and transparency in auction management. 🏏💻🚀</a:t>
            </a:r>
          </a:p>
        </p:txBody>
      </p:sp>
    </p:spTree>
    <p:extLst>
      <p:ext uri="{BB962C8B-B14F-4D97-AF65-F5344CB8AC3E}">
        <p14:creationId xmlns:p14="http://schemas.microsoft.com/office/powerpoint/2010/main" val="38061231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142</TotalTime>
  <Words>438</Words>
  <Application>Microsoft Office PowerPoint</Application>
  <PresentationFormat>Widescreen</PresentationFormat>
  <Paragraphs>5</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Century Gothic</vt:lpstr>
      <vt:lpstr>Wingdings 3</vt:lpstr>
      <vt:lpstr>Ion</vt:lpstr>
      <vt:lpstr>    </vt:lpstr>
      <vt:lpstr>Problem Statement  Traditional cricket player auctions are often managed manually, making the process time-consuming, difficult to track, and prone to errors. Maintaining player records, team selections, bid amounts, and auction results manually can lead to data inconsistency and reduced efficiency.  To overcome these challenges, an Online Auction/Bidding System is developed that automates the player auction process by providing a user-friendly graphical interface for managing teams, players, bids, and auction results. </vt:lpstr>
      <vt:lpstr>                                               Methodology / Approach The Online Auction/Bidding System is developed using  java swing Step 1: User Authentication User enters Username and Password.  System validates login credentials.  Authorized users are redirected to the Dashboard.  Step 2: Dashboard Navigation The dashboard contains: Teams Module  Players Module  Auction Module  Results Module  Step 3: Team Management Displays 10 IPL teams.  User can select a team for bidding.  Step 4: Player Management Displays a scrollable list of players.  Players can be selected for auction.  Step 5: Auction Process User selects a player.  User selects a team.  Bid amount is entered.  A 10-second timer controls the bidding process.  Multiple bids can be placed before the timer expires.  The highest bidder wins the player.  Step 6: Result Generation Winning team and bid amount are stored.  Auction history is maintained.  Results can be viewed anytime. </vt:lpstr>
      <vt:lpstr>                               Results / Outcomes  The Online Auction/Bidding System was successfully developed using  java swing and provides a user-friendly interface for managing cricket player auctions. Achieved Results ✅ Secure Login Authentication System ✅ Interactive Dashboard with Navigation Menu ✅ IPL Team Management Module ✅ Player Management Module with Scrollable Interface ✅ Real-Time Auction Module ✅ 10-Second Auction Timer Functionality ✅ Bid Placement and Tracking ✅ Automatic Storage of Auction Results ✅ User-Friendly Graphical User Interface (GUI)   </vt:lpstr>
      <vt:lpstr>                                   conclusion   The Online Auction/Bidding System developed using  java swing successfully automates the cricket player auction process. It provides secure login, team and player management, bidding functionality, and result tracking through an easy-to-use graphical interface. The system improves efficiency, accuracy, and transparency in auction management.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Indu Ediga</dc:creator>
  <cp:lastModifiedBy>TM VIKAS RAJ</cp:lastModifiedBy>
  <cp:revision>2</cp:revision>
  <dcterms:created xsi:type="dcterms:W3CDTF">2026-06-25T09:56:11Z</dcterms:created>
  <dcterms:modified xsi:type="dcterms:W3CDTF">2026-06-25T12:53:29Z</dcterms:modified>
</cp:coreProperties>
</file>